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14FEC-9AF5-2205-5E76-8174C00962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584" y="1325385"/>
            <a:ext cx="7025112" cy="2103615"/>
          </a:xfrm>
        </p:spPr>
        <p:txBody>
          <a:bodyPr>
            <a:normAutofit fontScale="90000"/>
          </a:bodyPr>
          <a:lstStyle/>
          <a:p>
            <a:r>
              <a:rPr lang="pt-BR" dirty="0"/>
              <a:t>Uso dos meios de comunicação durante a ditadura 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612308F-168E-ADD4-3C3F-7CDCD849D406}"/>
              </a:ext>
            </a:extLst>
          </p:cNvPr>
          <p:cNvSpPr txBox="1"/>
          <p:nvPr/>
        </p:nvSpPr>
        <p:spPr>
          <a:xfrm rot="16726753" flipV="1">
            <a:off x="3455080" y="1597986"/>
            <a:ext cx="434462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pt-BR" sz="750" b="1" i="1" u="sng" dirty="0"/>
          </a:p>
        </p:txBody>
      </p:sp>
      <p:pic>
        <p:nvPicPr>
          <p:cNvPr id="14" name="Imagem 5">
            <a:extLst>
              <a:ext uri="{FF2B5EF4-FFF2-40B4-BE49-F238E27FC236}">
                <a16:creationId xmlns:a16="http://schemas.microsoft.com/office/drawing/2014/main" id="{F89D89AC-0828-F37A-1DA9-4F4CACC8B6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848" y="285290"/>
            <a:ext cx="1764670" cy="49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Imagem 3">
            <a:extLst>
              <a:ext uri="{FF2B5EF4-FFF2-40B4-BE49-F238E27FC236}">
                <a16:creationId xmlns:a16="http://schemas.microsoft.com/office/drawing/2014/main" id="{F8458D05-319A-B0D0-4668-1404B46066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04" y="247139"/>
            <a:ext cx="1802743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Imagem 4">
            <a:extLst>
              <a:ext uri="{FF2B5EF4-FFF2-40B4-BE49-F238E27FC236}">
                <a16:creationId xmlns:a16="http://schemas.microsoft.com/office/drawing/2014/main" id="{8CA9F07A-3BE5-CA20-5DA1-FC22DC1F2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52674" y="136411"/>
            <a:ext cx="257175" cy="33575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1702812-FE8C-0CE6-6F6D-BBDDB672C9A5}"/>
              </a:ext>
            </a:extLst>
          </p:cNvPr>
          <p:cNvSpPr txBox="1"/>
          <p:nvPr/>
        </p:nvSpPr>
        <p:spPr>
          <a:xfrm>
            <a:off x="2343285" y="533883"/>
            <a:ext cx="4583487" cy="61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tabLst>
                <a:tab pos="2025015" algn="ctr"/>
                <a:tab pos="4050030" algn="r"/>
              </a:tabLst>
            </a:pPr>
            <a:r>
              <a:rPr lang="pt-BR" sz="6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GOVERNO DO ESTADO DO PARÁ</a:t>
            </a:r>
            <a:endParaRPr lang="en-NZ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025015" algn="ctr"/>
                <a:tab pos="4050030" algn="r"/>
              </a:tabLst>
            </a:pPr>
            <a:r>
              <a:rPr lang="pt-BR" sz="6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SECRETARIA DE ESTADO DE CIÊNCIA, TECNOLOGIA E EDUCAÇÃO</a:t>
            </a:r>
            <a:endParaRPr lang="en-NZ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025015" algn="ctr"/>
                <a:tab pos="4050030" algn="r"/>
              </a:tabLst>
            </a:pPr>
            <a:r>
              <a:rPr lang="pt-BR" sz="6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SUPERIOR PROFISSIONAL E TECNOLÓGICA - SECTET</a:t>
            </a:r>
            <a:endParaRPr lang="en-NZ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025015" algn="ctr"/>
                <a:tab pos="4050030" algn="r"/>
              </a:tabLst>
            </a:pPr>
            <a:r>
              <a:rPr lang="pt-BR" sz="6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DIRETORIA DE EDUCAÇÃO SUPERIOR, PROFISSIONAL E TECNOLÓGICA - DETEC</a:t>
            </a:r>
            <a:endParaRPr lang="en-NZ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tabLst>
                <a:tab pos="2025015" algn="ctr"/>
                <a:tab pos="4050030" algn="r"/>
              </a:tabLst>
            </a:pPr>
            <a:r>
              <a:rPr lang="pt-BR" sz="600" b="1">
                <a:solidFill>
                  <a:srgbClr val="0F243E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ESCOLA ESTADUAL DE EDUCAÇÃO PROFISSIONAL E TECNOLÓGICA DE ORIXIMINÁ – EETEPA</a:t>
            </a:r>
            <a:endParaRPr lang="en-NZ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5906EF-69AF-C777-E640-27AD9FB76348}"/>
              </a:ext>
            </a:extLst>
          </p:cNvPr>
          <p:cNvSpPr txBox="1"/>
          <p:nvPr/>
        </p:nvSpPr>
        <p:spPr>
          <a:xfrm>
            <a:off x="3965592" y="6543325"/>
            <a:ext cx="247798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1350" dirty="0">
                <a:latin typeface="Arial" panose="020B0604020202020204" pitchFamily="34" charset="0"/>
                <a:cs typeface="Arial" panose="020B0604020202020204" pitchFamily="34" charset="0"/>
              </a:rPr>
              <a:t>Abril/2026</a:t>
            </a:r>
            <a:endParaRPr lang="en-US" sz="13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A8A0A0-9FDC-3D6B-10F6-0D0E84899C65}"/>
              </a:ext>
            </a:extLst>
          </p:cNvPr>
          <p:cNvSpPr txBox="1"/>
          <p:nvPr/>
        </p:nvSpPr>
        <p:spPr>
          <a:xfrm>
            <a:off x="227707" y="3741615"/>
            <a:ext cx="45834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Alunos:WAYNER</a:t>
            </a:r>
            <a:r>
              <a:rPr lang="pt-BR" sz="1500" dirty="0">
                <a:solidFill>
                  <a:srgbClr val="000000"/>
                </a:solidFill>
                <a:latin typeface="Arial" panose="020B0604020202020204" pitchFamily="34" charset="0"/>
              </a:rPr>
              <a:t> RICHARD,</a:t>
            </a:r>
          </a:p>
          <a:p>
            <a:pPr rtl="0">
              <a:buNone/>
            </a:pPr>
            <a:r>
              <a:rPr lang="pt-BR" sz="1500" dirty="0">
                <a:solidFill>
                  <a:srgbClr val="000000"/>
                </a:solidFill>
                <a:latin typeface="Arial" panose="020B0604020202020204" pitchFamily="34" charset="0"/>
              </a:rPr>
              <a:t>. ERICK DA CRUZ,</a:t>
            </a:r>
          </a:p>
          <a:p>
            <a:pPr rtl="0">
              <a:buNone/>
            </a:pPr>
            <a:r>
              <a:rPr lang="pt-BR" sz="1500" dirty="0">
                <a:solidFill>
                  <a:srgbClr val="000000"/>
                </a:solidFill>
                <a:latin typeface="Arial" panose="020B0604020202020204" pitchFamily="34" charset="0"/>
              </a:rPr>
              <a:t>.NAIRA,</a:t>
            </a:r>
          </a:p>
          <a:p>
            <a:pPr rtl="0">
              <a:buNone/>
            </a:pPr>
            <a:r>
              <a:rPr lang="pt-BR" sz="1500" dirty="0">
                <a:solidFill>
                  <a:srgbClr val="000000"/>
                </a:solidFill>
                <a:latin typeface="Arial" panose="020B0604020202020204" pitchFamily="34" charset="0"/>
              </a:rPr>
              <a:t>.NAUHANNA BATISTA, </a:t>
            </a:r>
          </a:p>
          <a:p>
            <a:pPr rtl="0">
              <a:buNone/>
            </a:pPr>
            <a:r>
              <a:rPr lang="pt-BR" sz="1500" dirty="0">
                <a:solidFill>
                  <a:srgbClr val="000000"/>
                </a:solidFill>
                <a:latin typeface="Arial" panose="020B0604020202020204" pitchFamily="34" charset="0"/>
              </a:rPr>
              <a:t>.LOHANNY ALVES ,</a:t>
            </a:r>
            <a:endParaRPr lang="pt-BR" sz="1500" dirty="0">
              <a:effectLst/>
            </a:endParaRPr>
          </a:p>
          <a:p>
            <a:pPr rtl="0">
              <a:buNone/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Turma:P3TI01</a:t>
            </a:r>
            <a:endParaRPr lang="pt-BR" sz="1500" dirty="0">
              <a:effectLst/>
            </a:endParaRPr>
          </a:p>
          <a:p>
            <a:pPr rtl="0">
              <a:buNone/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Professor: </a:t>
            </a:r>
            <a:r>
              <a:rPr lang="pt-BR" sz="1500" dirty="0" err="1">
                <a:solidFill>
                  <a:srgbClr val="000000"/>
                </a:solidFill>
                <a:latin typeface="Arial" panose="020B0604020202020204" pitchFamily="34" charset="0"/>
              </a:rPr>
              <a:t>Luclecia</a:t>
            </a:r>
            <a:r>
              <a:rPr lang="pt-BR" sz="15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pt-BR" sz="1500" dirty="0">
              <a:effectLst/>
            </a:endParaRPr>
          </a:p>
          <a:p>
            <a:pPr rtl="0">
              <a:buNone/>
            </a:pPr>
            <a:r>
              <a:rPr lang="pt-BR" sz="15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Data:30:04:2026</a:t>
            </a:r>
            <a:endParaRPr lang="pt-BR" sz="15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43130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366407" cy="4525963"/>
          </a:xfrm>
        </p:spPr>
        <p:txBody>
          <a:bodyPr/>
          <a:lstStyle/>
          <a:p>
            <a:r>
              <a:t>Ditadura Militar no Brasil (1964–1985)</a:t>
            </a:r>
          </a:p>
          <a:p>
            <a:r>
              <a:t>Suspensão de direitos</a:t>
            </a:r>
          </a:p>
          <a:p>
            <a:r>
              <a:t>Uso da comunicação para manter o poder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D1E71E-7AA3-5F35-48AA-9538120D6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606" y="2148681"/>
            <a:ext cx="518432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Meios de comunicação e cultura de massa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162300" cy="4525963"/>
          </a:xfrm>
        </p:spPr>
        <p:txBody>
          <a:bodyPr/>
          <a:lstStyle/>
          <a:p>
            <a:r>
              <a:t>TV, rádio, jornais e cinema</a:t>
            </a:r>
          </a:p>
          <a:p>
            <a:r>
              <a:t>Cultura consumida por grande público</a:t>
            </a:r>
          </a:p>
          <a:p>
            <a:r>
              <a:t>Influência na opinião pública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4D8C553-DC60-DC61-C4E0-AA5EF8FED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071" y="2278689"/>
            <a:ext cx="4844143" cy="35393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Censura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3951514" cy="3706586"/>
          </a:xfrm>
        </p:spPr>
        <p:txBody>
          <a:bodyPr/>
          <a:lstStyle/>
          <a:p>
            <a:r>
              <a:t>Controle de músicas, filmes e jornais</a:t>
            </a:r>
          </a:p>
          <a:p>
            <a:r>
              <a:t>Proibição de críticas ao governo</a:t>
            </a:r>
          </a:p>
          <a:p>
            <a:r>
              <a:t>Falta de liberdade de expressão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CEFA58-0FC3-F7F0-61B8-4F0CF1B89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168" y="2379922"/>
            <a:ext cx="4187675" cy="3007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Propaganda governamental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4121" cy="4983162"/>
          </a:xfrm>
        </p:spPr>
        <p:txBody>
          <a:bodyPr/>
          <a:lstStyle/>
          <a:p>
            <a:r>
              <a:t>Divulgação de ideias positivas do regime</a:t>
            </a:r>
          </a:p>
          <a:p>
            <a:r>
              <a:t>Slogans patrióticos</a:t>
            </a:r>
          </a:p>
          <a:p>
            <a:r>
              <a:t>Imagem de progresso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3A8887-3E62-4BBB-4604-DA299BF7F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322" y="2702379"/>
            <a:ext cx="4658896" cy="31713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Televisão como ferramenta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t>Crescimento da TV</a:t>
            </a:r>
          </a:p>
          <a:p>
            <a:r>
              <a:t>Apoio a grandes emissoras</a:t>
            </a:r>
          </a:p>
          <a:p>
            <a:r>
              <a:t>Conteúdos sem críticas políticas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794F264-209C-56FF-CA84-F2AC85A8E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585" y="2606673"/>
            <a:ext cx="5251755" cy="39388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Manipulação de informações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t>Ocultação da violência</a:t>
            </a:r>
          </a:p>
          <a:p>
            <a:r>
              <a:t>Notícias controladas</a:t>
            </a:r>
          </a:p>
          <a:p>
            <a:r>
              <a:t>Narrativa favorável ao governo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82875F-635B-AB4D-6AEB-53F18F1C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738" y="1417638"/>
            <a:ext cx="4505597" cy="5270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 como distração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269510" cy="4142014"/>
          </a:xfrm>
        </p:spPr>
        <p:txBody>
          <a:bodyPr/>
          <a:lstStyle/>
          <a:p>
            <a:r>
              <a:t>Novelas, esportes e entretenimento</a:t>
            </a:r>
          </a:p>
          <a:p>
            <a:r>
              <a:t>Desvio da atenção política</a:t>
            </a:r>
          </a:p>
          <a:p>
            <a:r>
              <a:t>Redução do senso crítico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D748523-973B-1473-1F50-54FEA89A5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711" y="2475252"/>
            <a:ext cx="5417289" cy="3389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Repressão a artistas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985407" cy="4525963"/>
          </a:xfrm>
        </p:spPr>
        <p:txBody>
          <a:bodyPr/>
          <a:lstStyle/>
          <a:p>
            <a:r>
              <a:t>Censura e perseguição</a:t>
            </a:r>
          </a:p>
          <a:p>
            <a:r>
              <a:t>Prisões e exílios</a:t>
            </a:r>
          </a:p>
          <a:p>
            <a:r>
              <a:t>Controle da produção cultural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790CC45-314A-974A-18C8-5A1E5E1A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0207" y="1805857"/>
            <a:ext cx="5396593" cy="43203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Walter Benjamin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56054"/>
            <a:ext cx="4985657" cy="4525963"/>
          </a:xfrm>
        </p:spPr>
        <p:txBody>
          <a:bodyPr/>
          <a:lstStyle/>
          <a:p>
            <a:r>
              <a:t>Estudou a cultura de massa</a:t>
            </a:r>
          </a:p>
          <a:p>
            <a:r>
              <a:t>Ideia de reprodução em larga escala</a:t>
            </a:r>
          </a:p>
          <a:p>
            <a:r>
              <a:t>Mídia influencia pensamentos</a:t>
            </a:r>
          </a:p>
          <a:p>
            <a:r>
              <a:t>Pode reduzir o senso crítico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782ABEC-AD4F-E901-A9C9-6C7649DDA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343" y="3013392"/>
            <a:ext cx="4572000" cy="35699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7236"/>
            <a:ext cx="4523014" cy="4525963"/>
          </a:xfrm>
        </p:spPr>
        <p:txBody>
          <a:bodyPr/>
          <a:lstStyle/>
          <a:p>
            <a:r>
              <a:t>Mídia como ferramenta de controle</a:t>
            </a:r>
          </a:p>
          <a:p>
            <a:r>
              <a:t>Cultura de massa manipulando consciências</a:t>
            </a:r>
          </a:p>
          <a:p>
            <a:r>
              <a:t>Importância da liberdade de expressão hoje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5BD9F4C-4E46-227C-9740-45DB93D3C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214" y="1778077"/>
            <a:ext cx="3937907" cy="5047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Uso dos meios de comunicação durante a ditadura </vt:lpstr>
      <vt:lpstr>Introdução</vt:lpstr>
      <vt:lpstr>Meios de comunicação e cultura de massa</vt:lpstr>
      <vt:lpstr>Censura</vt:lpstr>
      <vt:lpstr>Propaganda governamental</vt:lpstr>
      <vt:lpstr>Televisão como ferramenta</vt:lpstr>
      <vt:lpstr>Manipulação de informações</vt:lpstr>
      <vt:lpstr>Cultura como distração</vt:lpstr>
      <vt:lpstr>Repressão a artistas</vt:lpstr>
      <vt:lpstr>Walter Benjamin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</dc:title>
  <dc:subject/>
  <dc:creator/>
  <cp:keywords/>
  <dc:description>generated using python-pptx</dc:description>
  <cp:lastModifiedBy>Wayne Richard</cp:lastModifiedBy>
  <cp:revision>6</cp:revision>
  <dcterms:created xsi:type="dcterms:W3CDTF">2013-01-27T09:14:16Z</dcterms:created>
  <dcterms:modified xsi:type="dcterms:W3CDTF">2026-04-30T02:10:13Z</dcterms:modified>
  <cp:category/>
</cp:coreProperties>
</file>